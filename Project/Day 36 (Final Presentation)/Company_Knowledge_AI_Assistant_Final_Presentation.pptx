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 Knowledge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Assistant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21792" y="27889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1D5DB"/>
                </a:solidFill>
              </a:rPr>
              <a:t>Final Project · Option 4 · Petalnex AI Automation Internship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792" y="3310128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</a:rPr>
              <a:t>A RAG-powered assistant that answers internal company questions using source-aware retrieval, safe fallback, validation, storage, escalation, and memory.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0" y="1143000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06840" y="1600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🔎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183880" y="24505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Ask → Retrieve → Answer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11312" y="2907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Knowledge base · Gemini · Supabase · n8n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83880" y="35204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3630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20+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30184" y="4050792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knowledge entries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55480" y="35204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3630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15/15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701784" y="4050792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tests passed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61722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Prepared by: Saad Hassan Sandhu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 fast walkthrough from business need to implementation, testing, and demo.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916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167335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Problem &amp; current process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Why this project?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50876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6916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167335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Proposed solution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How the assistant works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150876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16916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167335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Architecture &amp; workflows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9640" y="22402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Core + intelligent layers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88620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38679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AI/RAG integration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4348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Grounded answers + fallback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37033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388620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0" y="38679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Reliability &amp; security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0" y="44348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Handling failure safely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0" y="37033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27848" y="388620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49640" y="38679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Demo &amp; outcomes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49640" y="44348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What I will show live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Employees waste time searching scattered company information or waiting for manual answers.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Existing Process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22219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488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Policies and FAQs stored in sheets/docs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27249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651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Employees ask manually in chat/email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32278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154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HR/admin searches or replies repeatedly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37307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6576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Answers may be delayed or inconsistent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Pain Points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37960" y="222199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9128" y="21488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Repetitive manual work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37960" y="272491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651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Slow response time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37960" y="322783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39128" y="3154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Risk of outdated or guessed answers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7960" y="373075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9128" y="36576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No consistent fallback when information is missing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0120" y="589788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Goal: a reliable assistant that answers from approved knowledge only — with sources and escalation when needed.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 Company Knowledge AI Assistant built with n8n, Gemini, and Supabase vector search.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194560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2194560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9360" y="2194560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321040" y="2194560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18745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0025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70432" y="1993392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Question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18745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20025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56432" y="1993392"/>
            <a:ext cx="713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Validate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Input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8745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0025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68112" y="1993392"/>
            <a:ext cx="713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Store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Request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8745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20025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79792" y="1993392"/>
            <a:ext cx="713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RAG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Search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0" y="1874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0848" y="20025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91472" y="1993392"/>
            <a:ext cx="1078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Answer 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Escalate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0120" y="333756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447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20+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106424" y="3867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company knowledge entries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27248" y="333756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3447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273552" y="3867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retrieved context docs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85232" y="333756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22392" y="3447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31536" y="3867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structured statuses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52360" y="333756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3447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15/15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598664" y="3867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final tests passed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01200" y="333756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38360" y="3447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0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747504" y="386791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secrets exposed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" y="50749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Structured statuses: answered · fallback · escalate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5156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The assistant can answer known policies, safely say when information is unavailable, and notify a human for review cases.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Two connected layers: knowledge ingestion and runtime question answering.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69080" y="182880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97880" y="182880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26680" y="182880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40280" y="457200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69080" y="457200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97880" y="457200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26680" y="457200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52560" y="2240280"/>
            <a:ext cx="0" cy="178308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" y="1216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Knowledge Ingestion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157276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17007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70432" y="169164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Google Sheets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20+ entries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1572768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98648" y="17007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19272" y="169164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Data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Loader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572768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17007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48072" y="169164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Gemini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Embeddings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1572768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17007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76872" y="169164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Supabase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Vector DB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157276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5048" y="17007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805672" y="169164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company_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documents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959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Runtime Assistant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31596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4439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70432" y="443484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Webhook 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Chat Input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88920" y="4315968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98648" y="44439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319272" y="443484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Validate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Store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4315968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27448" y="44439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48072" y="443484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AI Agent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Gemini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4315968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44439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76872" y="443484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Retrieve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Context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75320" y="431596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85048" y="44439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↗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805672" y="443484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Answer 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Escalate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104120" y="1417320"/>
            <a:ext cx="1508760" cy="38404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77856" y="168249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Key Stores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287000" y="2148840"/>
            <a:ext cx="1097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company_documents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company_queries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conversation memory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Gmail alerts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Progression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The capstone was built incrementally across project days to reduce risk.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063240"/>
            <a:ext cx="5943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03320" y="3063240"/>
            <a:ext cx="5943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77840" y="3063240"/>
            <a:ext cx="5943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52360" y="3063240"/>
            <a:ext cx="5943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326880" y="3063240"/>
            <a:ext cx="5943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219456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3957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50592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 31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8346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Requirement document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" y="32004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74151"/>
                </a:solidFill>
              </a:rPr>
              <a:t>Defined problem, users, success criteria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377440" y="219456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4328" y="23957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450592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 32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96312" y="28346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23744" y="32004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74151"/>
                </a:solidFill>
              </a:rPr>
              <a:t>Diagram, components, credentials, security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251960" y="219456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8848" y="23957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450592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 33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70832" y="28346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Core build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98264" y="32004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74151"/>
                </a:solidFill>
              </a:rPr>
              <a:t>Webhook, validation, storage, responses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126480" y="219456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3368" y="23957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450592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 34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45352" y="28346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AI integration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72784" y="32004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74151"/>
                </a:solidFill>
              </a:rPr>
              <a:t>RAG agent, structured output, escalation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001000" y="219456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23957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2450592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 35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119872" y="28346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Testing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47304" y="32004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74151"/>
                </a:solidFill>
              </a:rPr>
              <a:t>15 cases, hardening, no secrets exposed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9875520" y="219456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22408" y="23957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95560" y="2450592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 36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994392" y="28346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Presentation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21824" y="32004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74151"/>
                </a:solidFill>
              </a:rPr>
              <a:t>Final demo and repository submission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82296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This approach kept the working Day 24 RAG assistant as the knowledge foundation, then layered deterministic validation and escalation around it.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Integration &amp; RAG Logic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AI is only used where retrieval, reasoning, and natural-language generation are needed.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00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AI Agent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23134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Search knowledge base first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81635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743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Answer only from retrieved context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33192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246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Use memory for follow-up questions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2219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Return structured status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434840" y="141732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700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RAG Guardrails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709160" y="231343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2402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No general-knowledge policy guesses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09160" y="281635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7432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Unknown → fallback response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709160" y="331927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2461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Source line required when available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709160" y="382219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7490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Human review for sensitive cases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83880" y="141732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0768" y="1700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Structured Output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58200" y="2240280"/>
            <a:ext cx="2514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"...",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"...",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"answered | fallback | escalate"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5820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The workflow routes based on status instead of trusting free-form text.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Workflow &amp; Business Rules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Deterministic automation protects the AI layer from bad inputs and records requests.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24028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03320" y="224028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224028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224028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89720" y="224028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192024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048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33272" y="20391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Webhook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192024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048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53512" y="20391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Prepare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Input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92024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2048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82312" y="20391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Validate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Question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192024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48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20391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Save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Question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09560" y="192024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9288" y="2048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39912" y="20391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AI/RAG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Answer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738360" y="192024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48088" y="2048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68712" y="203911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Respond 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Notify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703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Validation Rules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7552" y="42793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Required field · text conversion · length ≤ 500 · invalid input rejected before AI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3703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Storage Rules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90872" y="42793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company_queries stores question, status, ID, and timestamp for tracking and auditing.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83880" y="3703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Routing Rules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394192" y="42793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answered/fallback returns to user; escalate triggers Gmail notification and webhook response.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Reliability, Error Handling &amp; 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The final workflow was hardened for invalid inputs, service failures, and credential safety.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Failure Handling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50976" y="231343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240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Invalid/missing input rejected safely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50976" y="277063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26974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Fallback for unknown knowledge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50976" y="322783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1546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Gemini/API failure tested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50976" y="368503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3611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Supabase/database failure tested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50976" y="414223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40690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Human review notification for escalation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4173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Security Controls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20256" y="231343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2240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Credentials stored in n8n credential vault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0256" y="277063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26974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No API keys hard-coded in workflows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20256" y="322783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31546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Workflow JSON inspected for secrets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20256" y="368503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3611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Source-aware answers avoid policy hallucination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620256" y="414223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40690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Optional authentication planned for production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14400" y="61722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766E"/>
                </a:solidFill>
              </a:rPr>
              <a:t>Core reliability principle: fail safely, never invent answers, never expose secrets.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Optimization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Day 35 full test pass: 15 scenarios across normal, invalid, failure, security, and memory cases.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27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15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14984" y="19476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test cases executed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4173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527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15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18104" y="19476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passed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74920" y="14173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527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21224" y="19476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failed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14173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527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100%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24344" y="19476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pass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81160" y="14173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527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427464" y="19476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secrets exposed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Coverage Summary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3063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Normal knowledge answers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86200" y="3118104"/>
            <a:ext cx="4572000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41080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4 cases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3566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Fallback &amp; escalation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86200" y="3621024"/>
            <a:ext cx="2286000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35478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 cases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" y="4069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Input validation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886200" y="4123944"/>
            <a:ext cx="45720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4050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4 cases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0" y="4572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Service failures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86200" y="4626864"/>
            <a:ext cx="3429000" cy="118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0" y="4553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3 cases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4400" y="5074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Security + memory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886200" y="5129784"/>
            <a:ext cx="2286000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1080" y="50566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 cases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012680" y="2834640"/>
            <a:ext cx="1143000" cy="265176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49840" y="33375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PASS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168128" y="3886200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Final hardened workflow JSON exported after all tests passed.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 focused demo that proves retrieval, fallback, escalation, validation, and memory.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53619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184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0020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Known policy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4720" y="15727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Ask: “How many casual leaves are allowed?” → source-aware answer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28600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4048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4871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0200" y="2441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Fallback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74720" y="24414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Ask: “What is the maternity leave policy?” → information unavailable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15468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32735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3558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0020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Escalation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74720" y="33101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Ask formal complaint request → Gmail review alert fires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02336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41422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2245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00200" y="4178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Validation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74720" y="41788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Send empty / oversized question → rejected before AI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489204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50109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0932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00200" y="5047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Memory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474720" y="5047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Ask follow-up: “What about annual leaves?” → context-aware response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0120" y="6144768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If the Gemini rate limit is hit during recording, show the saved screenshots and test report as execution evidence.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Benefits &amp; Value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 practical assistant that reduces repetitive internal support work while improving answer quality.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81328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824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Faster answers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1732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</a:rPr>
              <a:t>Employees get immediate responses for common policy questions.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251960" y="1481328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6824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</a:rPr>
              <a:t>Reduced manual effort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</a:rPr>
              <a:t>HR/admin teams spend less time repeating the same answers.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0" y="1481328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6824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16916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</a:rPr>
              <a:t>Source-aware trust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5820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</a:rPr>
              <a:t>Responses include policy/source references where available.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044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39136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</a:rPr>
              <a:t>Safe fallback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17320" y="43068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</a:rPr>
              <a:t>Unknown questions are not invented or guessed.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251960" y="370332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9044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37760" y="39136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Human escalation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37760" y="43068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</a:rPr>
              <a:t>Sensitive cases are routed to people instead of over-automated.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0" y="370332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39044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58200" y="39136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Auditable data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58200" y="43068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</a:rPr>
              <a:t>Questions are stored for analysis and future knowledge gaps.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Future Improvements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758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The current version is functional, but production use needs stronger controls and broader knowledge coverage.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Current Limitations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231343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240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Knowledge base is a 20-entry sample dataset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51560" y="281635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7432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Policy updates require re-ingestion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31927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246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No production user authentication yet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51560" y="382219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37490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External Gemini/Supabase availability affects response time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46520" y="141732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Future Improvements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720840" y="231343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2240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Add real approved company documents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20840" y="281635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27432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Role-based access and user authentication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20840" y="331927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3246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Automated re-ingestion on document updates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20840" y="382219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37490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Telegram/Teams interface and analytics dashboard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Company Knowledge AI Assistant · Final Project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Final Submission Package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Everything is organized in GitHub with day-wise documentation and final capstone deliverables.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12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Workflows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21122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Final hardened workflow JSON + previous WIP exports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8895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Documentation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8895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Requirements, architecture, components, README, test cases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6667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Knowledge source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36667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20+ entry company knowledge base used for ingestion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29768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443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Evidence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0" y="44439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Screenshots for Q&amp;A, fallback, escalation, tests, demo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1920240"/>
            <a:ext cx="41605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Final takeaway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8040" y="2834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The capstone delivers a complete RAG/agent assistant with input validation, request storage, grounded answers, fallback, escalation, security checks, and full test coverage.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63093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Saad Hassan Sandhu · AI Automation Internship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11712" y="63093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Petalnex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Knowledge AI Assistant</dc:title>
  <dc:subject>Company Knowledge AI Assistant Final Presentation</dc:subject>
  <dc:creator>Saad Hassan Sandhu</dc:creator>
  <cp:lastModifiedBy>Saad Hassan Sandhu</cp:lastModifiedBy>
  <cp:revision>1</cp:revision>
  <dcterms:created xsi:type="dcterms:W3CDTF">2026-09-27T02:23:18Z</dcterms:created>
  <dcterms:modified xsi:type="dcterms:W3CDTF">2026-09-27T02:23:18Z</dcterms:modified>
</cp:coreProperties>
</file>